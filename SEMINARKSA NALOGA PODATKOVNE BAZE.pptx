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S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55FC1-5140-7C54-CCB2-8CB6E6CD09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I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743FD8-7EE9-F6F0-F628-6E653CCC00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45861-A3D7-6EE2-BCBB-61C8CA211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FB799-B9E8-45B4-A4C1-7A045EF82AA5}" type="datetimeFigureOut">
              <a:rPr lang="en-SI" smtClean="0"/>
              <a:t>30/11/2025</a:t>
            </a:fld>
            <a:endParaRPr lang="en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DFE599-C18F-969A-79A6-3D99F49BB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1395A7-4639-3549-D3FD-17E45EC3B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D00DA-1036-48F0-879F-76E6A4C67A34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1701617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74111-71F0-5880-FED1-1EAB4C24A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230E5-EC2E-21FE-4E81-2DA0FBF208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E74D1C-9B98-4938-0C8E-836DD4CA7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FB799-B9E8-45B4-A4C1-7A045EF82AA5}" type="datetimeFigureOut">
              <a:rPr lang="en-SI" smtClean="0"/>
              <a:t>30/11/2025</a:t>
            </a:fld>
            <a:endParaRPr lang="en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92D7B1-E155-2DDE-4029-A0BA92CFB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1EB4DF-AF1D-B5E1-74FB-1F8BCBF5C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D00DA-1036-48F0-879F-76E6A4C67A34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1939542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25582-9B05-684B-3FCA-F88B730BD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8E1D7E-D33C-A31B-CD67-E7521BCAC9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0FB6FF-049D-EFD0-9ACB-014D757F7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FB799-B9E8-45B4-A4C1-7A045EF82AA5}" type="datetimeFigureOut">
              <a:rPr lang="en-SI" smtClean="0"/>
              <a:t>30/11/2025</a:t>
            </a:fld>
            <a:endParaRPr lang="en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437CD5-826F-026D-00B1-BC03EBF53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092BFA-C439-1215-41AC-C1F747048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D00DA-1036-48F0-879F-76E6A4C67A34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584526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FC85C-F3A4-0B44-4F9A-46E0C57AE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89432-7A67-536E-CAB1-BFCBE4B35B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I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A85E8C-B7CE-6F81-8B15-985C4F5031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362146-B36F-1ACC-7B73-98FD2FFC0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FB799-B9E8-45B4-A4C1-7A045EF82AA5}" type="datetimeFigureOut">
              <a:rPr lang="en-SI" smtClean="0"/>
              <a:t>30/11/2025</a:t>
            </a:fld>
            <a:endParaRPr lang="en-S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B34489-33A0-4BAB-DCB3-CC538E1DB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F7CCB2-417B-D26B-66BA-5BF62935D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D00DA-1036-48F0-879F-76E6A4C67A34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1703630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7E1A8-6F16-A12D-DA72-09DC8537C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67D53-4990-93E0-0AC0-45D49C6090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391D1E-06CD-B60A-3655-3A014D1A55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I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D01F62-BE85-70EA-3AD5-90F0871B5D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6E501A-3AB1-2115-D621-0F4A9587FD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I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65BEF3-5C11-2676-DD1B-6F4D389B9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FB799-B9E8-45B4-A4C1-7A045EF82AA5}" type="datetimeFigureOut">
              <a:rPr lang="en-SI" smtClean="0"/>
              <a:t>30/11/2025</a:t>
            </a:fld>
            <a:endParaRPr lang="en-SI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349BD3-785C-8F16-48AD-9616DD6B1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10715E-C052-DD42-CEEC-5F9D61A40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D00DA-1036-48F0-879F-76E6A4C67A34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1240717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F510D-506C-8D96-EEB1-5B4D93CAA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9AAC56-5952-D55B-8C58-309D92476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FB799-B9E8-45B4-A4C1-7A045EF82AA5}" type="datetimeFigureOut">
              <a:rPr lang="en-SI" smtClean="0"/>
              <a:t>30/11/2025</a:t>
            </a:fld>
            <a:endParaRPr lang="en-S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E6C521-2B1B-B812-B59B-282E02822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D16E94-A830-178C-32AB-EB5663182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D00DA-1036-48F0-879F-76E6A4C67A34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3146461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5419DA-0887-0929-EA29-F0461DC5C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FB799-B9E8-45B4-A4C1-7A045EF82AA5}" type="datetimeFigureOut">
              <a:rPr lang="en-SI" smtClean="0"/>
              <a:t>30/11/2025</a:t>
            </a:fld>
            <a:endParaRPr lang="en-S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4ED09D-B608-A670-FDC7-F0BA0A79C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409DE8-738F-3D47-4A94-CE13A7310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D00DA-1036-48F0-879F-76E6A4C67A34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3971217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91478-BC91-6300-94FA-E1692AD92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FAB63-C9A1-BAC6-3F7C-91613C366B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633772-E044-69CF-BA7F-802E7F937E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386A4F-B52E-901F-73D3-46CBF62EC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FB799-B9E8-45B4-A4C1-7A045EF82AA5}" type="datetimeFigureOut">
              <a:rPr lang="en-SI" smtClean="0"/>
              <a:t>30/11/2025</a:t>
            </a:fld>
            <a:endParaRPr lang="en-S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4D4ECD-5DA3-BC05-AD97-0FAB102AD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2EAB88-529D-E628-D021-9C4D699AE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D00DA-1036-48F0-879F-76E6A4C67A34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2633144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DD726-CA19-98B9-E8AF-D375CA7A3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I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FF8FBD-B84E-C5EA-F25E-414B9EAF32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8AE60E-5179-73CF-7F21-2C8B57F598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100B2C-5E7B-4F45-D342-9F4199BD5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FB799-B9E8-45B4-A4C1-7A045EF82AA5}" type="datetimeFigureOut">
              <a:rPr lang="en-SI" smtClean="0"/>
              <a:t>30/11/2025</a:t>
            </a:fld>
            <a:endParaRPr lang="en-S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923667-E800-A1E4-70D5-7AB0B8760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FBCDC7-79BD-D072-46F8-DBFBDF9C5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D00DA-1036-48F0-879F-76E6A4C67A34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3132033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F8267-56C5-F8EA-B5F2-D2366765B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D78A5-5E74-2E3A-135A-C24999F704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975DB9-2577-6DBB-C7D2-7DBC8CDCF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FB799-B9E8-45B4-A4C1-7A045EF82AA5}" type="datetimeFigureOut">
              <a:rPr lang="en-SI" smtClean="0"/>
              <a:t>30/11/2025</a:t>
            </a:fld>
            <a:endParaRPr lang="en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11AA41-EA26-9856-68E7-39068819B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EC7277-781E-8D03-AF51-0F5262A00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D00DA-1036-48F0-879F-76E6A4C67A34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1586161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0A2C03-9BB0-0118-3EA0-5E4BD2CBEB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C097BF-3878-BBF6-23ED-C9F400B4B4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B6488D-758A-AF90-64EA-7D4C5567D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FB799-B9E8-45B4-A4C1-7A045EF82AA5}" type="datetimeFigureOut">
              <a:rPr lang="en-SI" smtClean="0"/>
              <a:t>30/11/2025</a:t>
            </a:fld>
            <a:endParaRPr lang="en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D2A0A-A34C-1E9C-D881-F0EC63FAE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96E644-E022-C5A7-9CB5-4D03574BD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D00DA-1036-48F0-879F-76E6A4C67A34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1020251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5FCF94-72FE-AEC8-8275-6289F5949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229EA9-8E08-215A-6974-1E569FCF13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2CB83B-EA6D-18C3-4257-D6335F29C2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1FB799-B9E8-45B4-A4C1-7A045EF82AA5}" type="datetimeFigureOut">
              <a:rPr lang="en-SI" smtClean="0"/>
              <a:t>30/11/2025</a:t>
            </a:fld>
            <a:endParaRPr lang="en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F0DDE6-3080-BC9A-17F9-314B82F01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AF3E78-BAC6-7BBC-BA0C-C0765DBEA0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6D00DA-1036-48F0-879F-76E6A4C67A34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2797548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DD59E-28AA-F1F0-F58E-786593546D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3000375"/>
          </a:xfrm>
        </p:spPr>
        <p:txBody>
          <a:bodyPr/>
          <a:lstStyle/>
          <a:p>
            <a:r>
              <a:rPr lang="en-GB" dirty="0"/>
              <a:t>SEMINARKSA NALOGA PODATKOVNE BAZE</a:t>
            </a:r>
            <a:endParaRPr lang="en-SI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920C22-3374-F492-A001-989629A3BE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err="1"/>
              <a:t>Avtorja</a:t>
            </a:r>
            <a:r>
              <a:rPr lang="en-GB" dirty="0"/>
              <a:t>: Klemen </a:t>
            </a:r>
            <a:r>
              <a:rPr lang="en-GB" dirty="0" err="1"/>
              <a:t>Žukovec</a:t>
            </a:r>
            <a:r>
              <a:rPr lang="en-GB" dirty="0"/>
              <a:t> in Ambrož Pleško</a:t>
            </a:r>
            <a:endParaRPr lang="en-SI" dirty="0"/>
          </a:p>
        </p:txBody>
      </p:sp>
    </p:spTree>
    <p:extLst>
      <p:ext uri="{BB962C8B-B14F-4D97-AF65-F5344CB8AC3E}">
        <p14:creationId xmlns:p14="http://schemas.microsoft.com/office/powerpoint/2010/main" val="3876043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1E76D-5909-F37A-FD91-82CB973A3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Trgovska</a:t>
            </a:r>
            <a:r>
              <a:rPr lang="en-GB" dirty="0"/>
              <a:t> </a:t>
            </a:r>
            <a:r>
              <a:rPr lang="en-GB" dirty="0" err="1"/>
              <a:t>spletna</a:t>
            </a:r>
            <a:r>
              <a:rPr lang="en-GB" dirty="0"/>
              <a:t> </a:t>
            </a:r>
            <a:r>
              <a:rPr lang="en-GB" dirty="0" err="1"/>
              <a:t>stran</a:t>
            </a:r>
            <a:endParaRPr lang="en-S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9DB09-7EC5-EE88-7ED9-D689D221D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Spletna</a:t>
            </a:r>
            <a:r>
              <a:rPr lang="en-GB" dirty="0"/>
              <a:t> </a:t>
            </a:r>
            <a:r>
              <a:rPr lang="en-GB" dirty="0" err="1"/>
              <a:t>stran</a:t>
            </a:r>
            <a:r>
              <a:rPr lang="en-GB" dirty="0"/>
              <a:t>, </a:t>
            </a:r>
            <a:r>
              <a:rPr lang="en-GB" dirty="0" err="1"/>
              <a:t>na</a:t>
            </a:r>
            <a:r>
              <a:rPr lang="en-GB" dirty="0"/>
              <a:t> </a:t>
            </a:r>
            <a:r>
              <a:rPr lang="en-GB" dirty="0" err="1"/>
              <a:t>kateri</a:t>
            </a:r>
            <a:r>
              <a:rPr lang="en-GB" dirty="0"/>
              <a:t> </a:t>
            </a:r>
            <a:r>
              <a:rPr lang="en-GB" dirty="0" err="1"/>
              <a:t>trgovec</a:t>
            </a:r>
            <a:r>
              <a:rPr lang="en-GB" dirty="0"/>
              <a:t> </a:t>
            </a:r>
            <a:r>
              <a:rPr lang="en-GB" dirty="0" err="1"/>
              <a:t>prikazuje</a:t>
            </a:r>
            <a:r>
              <a:rPr lang="en-GB" dirty="0"/>
              <a:t> </a:t>
            </a:r>
            <a:r>
              <a:rPr lang="en-GB" dirty="0" err="1"/>
              <a:t>izdelke</a:t>
            </a:r>
            <a:r>
              <a:rPr lang="en-GB" dirty="0"/>
              <a:t>, </a:t>
            </a:r>
            <a:r>
              <a:rPr lang="en-GB" dirty="0" err="1"/>
              <a:t>njigovo</a:t>
            </a:r>
            <a:r>
              <a:rPr lang="en-GB" dirty="0"/>
              <a:t> </a:t>
            </a:r>
            <a:r>
              <a:rPr lang="en-GB" dirty="0" err="1"/>
              <a:t>ceno</a:t>
            </a:r>
            <a:r>
              <a:rPr lang="en-GB" dirty="0"/>
              <a:t> in </a:t>
            </a:r>
            <a:r>
              <a:rPr lang="en-GB" dirty="0" err="1"/>
              <a:t>količino</a:t>
            </a:r>
            <a:r>
              <a:rPr lang="en-GB" dirty="0"/>
              <a:t> </a:t>
            </a:r>
            <a:r>
              <a:rPr lang="en-GB" dirty="0" err="1"/>
              <a:t>na</a:t>
            </a:r>
            <a:r>
              <a:rPr lang="en-GB" dirty="0"/>
              <a:t> </a:t>
            </a:r>
            <a:r>
              <a:rPr lang="en-GB"/>
              <a:t>voljo</a:t>
            </a:r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31610305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29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SEMINARKSA NALOGA PODATKOVNE BAZE</vt:lpstr>
      <vt:lpstr>Trgovska spletna stran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Pleško, Ambrož</dc:creator>
  <cp:lastModifiedBy>Pleško, Ambrož</cp:lastModifiedBy>
  <cp:revision>1</cp:revision>
  <dcterms:created xsi:type="dcterms:W3CDTF">2025-11-30T15:47:43Z</dcterms:created>
  <dcterms:modified xsi:type="dcterms:W3CDTF">2025-11-30T17:02:21Z</dcterms:modified>
</cp:coreProperties>
</file>